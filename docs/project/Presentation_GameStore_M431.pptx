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ef99e507f3437a" /><Relationship Type="http://schemas.openxmlformats.org/officeDocument/2006/relationships/extended-properties" Target="/docProps/app.xml" Id="Re4c6e4ba62ac43cc" /><Relationship Type="http://schemas.openxmlformats.org/officeDocument/2006/relationships/officeDocument" Target="/ppt/presentation.xml" Id="R5d03470f4dde49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77112f86b740c0"/>
  </p:sldMasterIdLst>
  <p:notesMasterIdLst>
    <p:notesMasterId xmlns:r="http://schemas.openxmlformats.org/officeDocument/2006/relationships" r:id="R42e025d3e4f84c46"/>
  </p:notesMasterIdLst>
  <p:sldIdLst>
    <p:sldId xmlns:r="http://schemas.openxmlformats.org/officeDocument/2006/relationships" id="256" r:id="R9d38a1bd38a443ce"/>
    <p:sldId xmlns:r="http://schemas.openxmlformats.org/officeDocument/2006/relationships" id="257" r:id="R58be40d1ae104ea4"/>
    <p:sldId xmlns:r="http://schemas.openxmlformats.org/officeDocument/2006/relationships" id="258" r:id="R3aab4368611a49c6"/>
    <p:sldId xmlns:r="http://schemas.openxmlformats.org/officeDocument/2006/relationships" id="259" r:id="Rc370228e1a5c46aa"/>
    <p:sldId xmlns:r="http://schemas.openxmlformats.org/officeDocument/2006/relationships" id="260" r:id="R7823feed68074c7b"/>
    <p:sldId xmlns:r="http://schemas.openxmlformats.org/officeDocument/2006/relationships" id="261" r:id="Rd291911c3836467a"/>
    <p:sldId xmlns:r="http://schemas.openxmlformats.org/officeDocument/2006/relationships" id="262" r:id="R2fd805dbfc3d4d3b"/>
    <p:sldId xmlns:r="http://schemas.openxmlformats.org/officeDocument/2006/relationships" id="263" r:id="R09be4ba1ce9d4419"/>
    <p:sldId xmlns:r="http://schemas.openxmlformats.org/officeDocument/2006/relationships" id="264" r:id="R232d6cbcbaaa4480"/>
    <p:sldId xmlns:r="http://schemas.openxmlformats.org/officeDocument/2006/relationships" id="265" r:id="Rf907486750764c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b2fe7f70db40ce" /><Relationship Type="http://schemas.openxmlformats.org/officeDocument/2006/relationships/slideMaster" Target="/ppt/slideMasters/slideMaster1.xml" Id="Ree77112f86b740c0" /><Relationship Type="http://schemas.openxmlformats.org/officeDocument/2006/relationships/notesMaster" Target="/ppt/notesMasters/notesMaster1.xml" Id="R42e025d3e4f84c46" /><Relationship Type="http://schemas.openxmlformats.org/officeDocument/2006/relationships/presProps" Target="/ppt/presProps.xml" Id="Rf064ef2b07084a3a" /><Relationship Type="http://schemas.openxmlformats.org/officeDocument/2006/relationships/viewProps" Target="/ppt/viewProps.xml" Id="Rf235079556e8401f" /><Relationship Type="http://schemas.openxmlformats.org/officeDocument/2006/relationships/tableStyles" Target="/ppt/tableStyles.xml" Id="Rac92ebe282bc4ed7" /><Relationship Type="http://schemas.openxmlformats.org/officeDocument/2006/relationships/slide" Target="/ppt/slides/slide1.xml" Id="R9d38a1bd38a443ce" /><Relationship Type="http://schemas.openxmlformats.org/officeDocument/2006/relationships/slide" Target="/ppt/slides/slide2.xml" Id="R58be40d1ae104ea4" /><Relationship Type="http://schemas.openxmlformats.org/officeDocument/2006/relationships/slide" Target="/ppt/slides/slide3.xml" Id="R3aab4368611a49c6" /><Relationship Type="http://schemas.openxmlformats.org/officeDocument/2006/relationships/slide" Target="/ppt/slides/slide4.xml" Id="Rc370228e1a5c46aa" /><Relationship Type="http://schemas.openxmlformats.org/officeDocument/2006/relationships/slide" Target="/ppt/slides/slide5.xml" Id="R7823feed68074c7b" /><Relationship Type="http://schemas.openxmlformats.org/officeDocument/2006/relationships/slide" Target="/ppt/slides/slide6.xml" Id="Rd291911c3836467a" /><Relationship Type="http://schemas.openxmlformats.org/officeDocument/2006/relationships/slide" Target="/ppt/slides/slide7.xml" Id="R2fd805dbfc3d4d3b" /><Relationship Type="http://schemas.openxmlformats.org/officeDocument/2006/relationships/slide" Target="/ppt/slides/slide8.xml" Id="R09be4ba1ce9d4419" /><Relationship Type="http://schemas.openxmlformats.org/officeDocument/2006/relationships/slide" Target="/ppt/slides/slide9.xml" Id="R232d6cbcbaaa4480" /><Relationship Type="http://schemas.openxmlformats.org/officeDocument/2006/relationships/slide" Target="/ppt/slides/slide10.xml" Id="Rf907486750764c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1b3629cbee4f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53beea42c49fb" /><Relationship Type="http://schemas.openxmlformats.org/officeDocument/2006/relationships/notesMaster" Target="/ppt/notesMasters/notesMaster1.xml" Id="Rf630b07e3abf46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500cbca09e4b2b" /><Relationship Type="http://schemas.openxmlformats.org/officeDocument/2006/relationships/notesMaster" Target="/ppt/notesMasters/notesMaster1.xml" Id="R4732f23345f84c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d207aca14f4411" /><Relationship Type="http://schemas.openxmlformats.org/officeDocument/2006/relationships/notesMaster" Target="/ppt/notesMasters/notesMaster1.xml" Id="R68d73ea8e5e649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eadb75845f4a28" /><Relationship Type="http://schemas.openxmlformats.org/officeDocument/2006/relationships/notesMaster" Target="/ppt/notesMasters/notesMaster1.xml" Id="R519c22295d1541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2575bf2ec4ec1" /><Relationship Type="http://schemas.openxmlformats.org/officeDocument/2006/relationships/notesMaster" Target="/ppt/notesMasters/notesMaster1.xml" Id="Rf824210b9d0945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1178702c824947" /><Relationship Type="http://schemas.openxmlformats.org/officeDocument/2006/relationships/notesMaster" Target="/ppt/notesMasters/notesMaster1.xml" Id="Rf790f62ab72c47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e8c37035e344eb" /><Relationship Type="http://schemas.openxmlformats.org/officeDocument/2006/relationships/notesMaster" Target="/ppt/notesMasters/notesMaster1.xml" Id="R85449293e58c4d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1c305a8b1347c0" /><Relationship Type="http://schemas.openxmlformats.org/officeDocument/2006/relationships/notesMaster" Target="/ppt/notesMasters/notesMaster1.xml" Id="R0867afb43f5048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6e6625212e4f42" /><Relationship Type="http://schemas.openxmlformats.org/officeDocument/2006/relationships/notesMaster" Target="/ppt/notesMasters/notesMaster1.xml" Id="R182254b4a3eb4e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a05c08e6904ecd" /><Relationship Type="http://schemas.openxmlformats.org/officeDocument/2006/relationships/notesMaster" Target="/ppt/notesMasters/notesMaster1.xml" Id="Rec8ed2c2a5b74c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6b58e96f14e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401d1bed7f4e69" /><Relationship Type="http://schemas.openxmlformats.org/officeDocument/2006/relationships/slideLayout" Target="/ppt/slideLayouts/slideLayout1.xml" Id="Rcc47dba7481e48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7dba7481e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f1d711a3b43ba" /><Relationship Type="http://schemas.openxmlformats.org/officeDocument/2006/relationships/image" Target="/ppt/media/image.png" Id="R5a37155200f14ea5" /><Relationship Type="http://schemas.openxmlformats.org/officeDocument/2006/relationships/image" Target="/ppt/media/image2.png" Id="Rb711bb208d21499d" /><Relationship Type="http://schemas.openxmlformats.org/officeDocument/2006/relationships/notesSlide" Target="/ppt/notesSlides/notesSlide1.xml" Id="Rd31b6eb2fb5a4b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16c9675674cb5" /><Relationship Type="http://schemas.openxmlformats.org/officeDocument/2006/relationships/notesSlide" Target="/ppt/notesSlides/notesSlide2.xml" Id="R0a8526ef6d39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bad385dbb4b02" /><Relationship Type="http://schemas.openxmlformats.org/officeDocument/2006/relationships/notesSlide" Target="/ppt/notesSlides/notesSlide3.xml" Id="R83056d17bd6d41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c80f6cca54fd4" /><Relationship Type="http://schemas.openxmlformats.org/officeDocument/2006/relationships/notesSlide" Target="/ppt/notesSlides/notesSlide4.xml" Id="R62bb072da43c4d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e1862f34d4804" /><Relationship Type="http://schemas.openxmlformats.org/officeDocument/2006/relationships/image" Target="/ppt/media/image3.png" Id="Ra4533cdbb17947e7" /><Relationship Type="http://schemas.openxmlformats.org/officeDocument/2006/relationships/notesSlide" Target="/ppt/notesSlides/notesSlide5.xml" Id="R56833554b50a44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1caa705844a2c" /><Relationship Type="http://schemas.openxmlformats.org/officeDocument/2006/relationships/notesSlide" Target="/ppt/notesSlides/notesSlide6.xml" Id="R3cc4a3e6323240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8651b73f34387" /><Relationship Type="http://schemas.openxmlformats.org/officeDocument/2006/relationships/image" Target="/ppt/media/image4.png" Id="R6148a6241c3a43b3" /><Relationship Type="http://schemas.openxmlformats.org/officeDocument/2006/relationships/notesSlide" Target="/ppt/notesSlides/notesSlide7.xml" Id="R5c8a360521c948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37c0615f5405a" /><Relationship Type="http://schemas.openxmlformats.org/officeDocument/2006/relationships/notesSlide" Target="/ppt/notesSlides/notesSlide8.xml" Id="Rf930a9026d5248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84a2616c4444d" /><Relationship Type="http://schemas.openxmlformats.org/officeDocument/2006/relationships/notesSlide" Target="/ppt/notesSlides/notesSlide9.xml" Id="Rd543ee0ed3844a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dfeab759f45cc" /><Relationship Type="http://schemas.openxmlformats.org/officeDocument/2006/relationships/image" Target="/ppt/media/image5.png" Id="R07b570c6ca8d4bb7" /><Relationship Type="http://schemas.openxmlformats.org/officeDocument/2006/relationships/notesSlide" Target="/ppt/notesSlides/notesSlide10.xml" Id="Rb907e9b9408e48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155200f14e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2F88-FF9E-4373-8559-C1E9D30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83937-7E87-4BE1-B65D-E118F9FC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BE59C-0AF3-4ECE-9EE6-B72ACF2E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1bb208d21499d"/>
          <a:stretch xmlns:a="http://schemas.openxmlformats.org/drawingml/2006/main"/>
        </p:blipFill>
        <p:spPr>
          <a:xfrm xmlns:a="http://schemas.openxmlformats.org/drawingml/2006/main">
            <a:off x="723900" y="609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36DDCB7A-3A2A-4F08-A746-5025F934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A785516D-6FA3-41AB-A72C-36FDB42F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716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PROJET FINAL M431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9ED91-5225-4FF6-A8E0-12D53791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GameStore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86671-FF4C-4E53-A2E0-B48B1F1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Une boutique de jeux inspirée de Steam, pensée comme un MVP web démontrable.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AFA45-DBB9-46E8-BA93-76C0C8C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F0DF9-CD0B-4D15-AD5E-07E4BA89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A7589-095B-42CC-B429-7C12E8C2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D9FF"/>
                </a:solidFill>
                <a:latin typeface="Aptos"/>
                <a:ea typeface="Aptos"/>
                <a:cs typeface="Aptos"/>
              </a:rPr>
              <a:t>jeux référencés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6A548-5EE1-45FF-9CC8-7CE29CEF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95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8D951-8380-4C12-BB75-E5565856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958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5C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5CFF"/>
                </a:solidFill>
                <a:latin typeface="Aptos"/>
                <a:ea typeface="Aptos"/>
                <a:cs typeface="Aptos"/>
              </a:rPr>
              <a:t>membres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3BC83-2870-463F-AA1B-6D199600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10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2322C-484C-46AE-821A-13576E36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958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6B2C"/>
                </a:solidFill>
                <a:latin typeface="Aptos"/>
                <a:ea typeface="Aptos"/>
                <a:cs typeface="Aptos"/>
              </a:rPr>
              <a:t>présentation orale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250E8-5D97-4E41-82EF-2C4F1140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Dan Zorev - Jason Haran - Thierry Tavares da Costa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4F59E-F743-4A69-900F-9CCA8FFD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355FF-C64C-4566-9AA5-6B1FFC9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C28E3-939E-4C50-8C1A-1FABD10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CD782-27C6-4066-82E5-7120C95C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98395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1FAF2-5669-4E3F-A944-C6AE756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5A09D-1585-4FF6-ADB3-0174016A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BE2CE-958C-4457-A611-AE1EBF3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9DB6A-18CA-4AD3-A060-6DC413F5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E524E-FFB1-4C93-8603-B2B6EF6E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9B760-1986-4D82-9ACA-C5A999EE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4B259-D987-4D15-9068-5626E492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17C83-991D-45C2-93AA-AD4F7F3B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CB51A-EAAD-4FF5-8F52-74C01180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F458-7547-494D-AA9C-7F9C47A4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72111-073F-4C4A-A5A8-FB0CBD1D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6776A-89D3-414A-8217-A544010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B2F20-F266-48E5-98B1-B2F37D40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1406D-CB49-4C36-B7DD-94503269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8AC07-7826-41F8-82D0-153CDE41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70E8A-8377-445B-8585-447F2A0C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147E7-0EC6-41E5-9C4C-E171B261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4941A-7BFB-4049-9B0F-B56D40E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E5FB0-7238-4B33-BD53-06CBCF2E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A8D02-F292-495A-A35D-71857576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1644B-BBAA-48C4-AC0A-9641511D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FF38A-4BF2-4C48-BEDF-A86206E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15997-B110-4ED1-97B3-C53BCF56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4EEA4-E4AA-43C5-BA3F-5E15337F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36ADA-C3AE-4656-815F-B6D9BDE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F77C13-CBA3-42C9-970D-ECD26D3F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D7D941-3F75-4949-8E7A-EDF5841E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633848-2A12-41F1-88D8-E61883E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DB0EC8-CBA5-4084-83DC-DE53C6A6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AE279-F4F9-4A91-B836-559CFBB5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24B1864F-36B3-4C91-A145-9D5B10B0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19D35937-9220-404E-85B8-44285E64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PROJET ET OBJECTIFS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98D05-8B47-47CC-9181-2415791B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Le périmètre SMART a gardé le site ambitieux mais réaliste.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E70BA3-71CC-4C79-B4FA-BF1E07FF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L'objectif n'était pas de refaire Steam, mais de livrer un parcours complet et testable.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B88668-3AFC-49F5-AB18-4092C148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3911F5-8B72-4530-B0E4-11244571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BBFC2F-B23A-46D6-B5E7-56A9AC79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8AB209-9DB2-403F-B410-50DDAA19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330F31-ECFA-4E42-B734-C83E2911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876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FD54EA-0E88-4495-B7BB-32F58DB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876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8DC9C1-A1B1-4E02-B530-D14FDF4B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87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C33975-0BE2-487C-A5BF-EC506F31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Mission SMART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8121F8-B222-47AC-8670-CE33B026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13EA46-8A40-41A1-882E-C9DBD661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956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1D9479-9E7D-429D-A8C8-7676C293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242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site boutique/plateforme de jeux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10DB8E-D34B-407C-B91E-CFC863A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741FE2-9BB3-4595-8CA9-8AE5C6F1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909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21EA28-1597-4E5B-8C8F-ECADAD7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195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catalogue, fiches, compte, avis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27A80B-AB96-4D04-A860-72A815B8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17DBC4-13EA-4E9B-912C-3E436F7F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862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962E6F-3665-488D-9CCE-23BAE27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rôles attribués aux 3 membres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B5D007-6486-46CA-B9C0-04D966EB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0934C2-B746-4742-936E-1A332F70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815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78ED27-589C-4A01-A463-8487BF4D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101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MVP sans paiement réel complexe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FCBE7D-1786-4986-B996-D233753B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E042BB-28A3-45A0-8B65-9E589A3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768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027FEA-46F9-4E35-AAF7-BFBDEFCF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054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version fonctionnelle pour le 02.06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A124A6-9D80-4952-97EF-045F78A6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1719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852E3F-B0B5-4F9A-A239-CD5AA38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1719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E04CBB-F4F2-4A7C-9205-AEF174CD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17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A23AD1-6650-4DB0-BEE0-9ACE128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Critères de réussite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016247-D5C2-4DC6-B619-7AF6374D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catalogue visible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fiche jeu avec prix/date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compte et connexion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avis publié et affiché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bouton acheter/télécharger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B4A74C-4AFB-4509-8D56-DB0C2155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5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8CC2CA-2435-4B30-AB90-A8119C40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Point à dire: montrer que le périmètre est complet, mais volontairement MVP.</a:t>
            </a:r>
          </a:p>
        </p:txBody>
      </p:sp>
    </p:spTree>
    <p:extLst>
      <p:ext uri="{BB962C8B-B14F-4D97-AF65-F5344CB8AC3E}">
        <p14:creationId xmlns:p14="http://schemas.microsoft.com/office/powerpoint/2010/main" val="5242591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89165-5A17-4B9D-8D27-CEC53FC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31E89-7CA2-47B4-AFB6-6EBD9BD2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BFDE7-DDAE-4E1A-BA5A-572D2CA8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3E15A-A20E-43D0-9189-54A68B3F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73950-E07A-4F60-B58F-CDB2A1EC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D3CE4-265A-4AC1-9EBB-2CEB7E27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E038E-5CF9-48BC-B7F4-759049B2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745AF-919D-4B36-BB61-0E626EB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B12DD-A855-4B88-957F-E0FDCB44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BCAC1-05D6-4813-A71C-B5FE344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CFD2D-DA67-4900-8A1F-256BCFEF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C74ED-1559-41D2-884C-32DCDA8F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DA4AD-02EF-4599-8681-BC82AE31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7EF41-58C6-4443-8630-68D15DCE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6865B-59CE-4EC5-A8A3-52D60AC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2DCF5-4CF3-4ABF-83DA-11D23C23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07573-E9CA-4894-8060-B4EC3668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6BB69-C4E8-4283-B5AD-1F863DF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69F44-4791-4E3B-A7E9-2AB2C21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582E4-ECF0-484F-A953-907C5464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17F46-D44C-434A-95A2-A219F97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8C208-9B1C-41B5-891D-C9781A34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EEC62-3440-44FD-A2C3-8E19F26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CA9FA-D010-4C27-BF3B-B22B13C9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71BB0-2B24-4591-8983-B6368140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7D8B1-9D2D-4468-8268-DEC7CB9E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F1E39-C039-40ED-A394-2760BC8D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F3ABC-D8D6-4B49-854C-16C54821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A077F-8795-4C44-8BDA-90DBAF5B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9DA467-0CA1-4FA5-A2E7-9B3B24EC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C03228A0-5C34-45CD-98ED-7DA30323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7ADD51C4-7352-4E1E-A797-BE31993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PARCOURS UTILISATEUR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1513FF-1079-483E-A590-694C946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Le produit se comprend en quatre écrans: découvrir, choisir, consulter, contribuer.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E4D4D2-3248-4DAD-9B32-619555B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Le parcours présenté répond directement aux objectifs: catalogue, fiche détaillée, compte et avis.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80D9AF-DA48-48C1-A7DC-A467B4D9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6708FD-96C6-44F8-BD65-92804213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B4542B-8399-4CD2-BE5F-05A2CE5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1C35BC-6BED-4568-BCEA-38CF714A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9C1908-FEFB-4872-B523-063608E7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1145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22739A-57D3-4CAD-852D-0419DB90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1145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4118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515772-FCFD-4D77-BFAC-4C23E65C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114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E9EE66-5167-4A7D-8AC8-72C44E7B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>
              <a:alpha val="14118"/>
            </a:srgbClr>
          </a:solidFill>
          <a:ln xmlns:a="http://schemas.openxmlformats.org/drawingml/2006/main" w="11430">
            <a:solidFill>
              <a:srgbClr val="FF6B2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C14A5C-5AF5-46F1-89C1-454208A4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2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2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6A4D4A-0C3F-4D22-BE52-017B1987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Accueil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FA0E7E-319A-4123-9A51-19A4EBA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point d'entrée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180001-8AE9-45D7-B9A7-92073294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04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FD6384-ABCF-4D5C-B4A6-7B937350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62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662721-CA8C-4B5C-93BB-EE295504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1145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2D6D2E-25EC-4783-BCBE-B78961F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21145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4118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48ECBB-0B4F-4513-BCE0-FFF19F37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2114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7F94C8-98E5-4649-9DEB-CC6FD66D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71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>
              <a:alpha val="14118"/>
            </a:srgbClr>
          </a:solidFill>
          <a:ln xmlns:a="http://schemas.openxmlformats.org/drawingml/2006/main" w="11430">
            <a:solidFill>
              <a:srgbClr val="00D9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6A74E8-6D73-46B1-9EDA-7E0F1B3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D9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FA2F5F-023A-47CD-BABB-15E6596D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14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Catalogue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E6A039-405A-459C-863B-CD939819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95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choix du jeu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053B5A-54B8-4044-AF03-4316F3B6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004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BA16B5-84DA-46D8-9611-C4ABFE73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2898F1-5B72-4A4A-93BA-2888AA90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1145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98FD1F-962C-485F-BB94-F773E034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21145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4118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8DD1C1-8529-4D9C-A283-12B80E81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2114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4A38D7-D3FE-47C3-922B-69F048B2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>
              <a:alpha val="14118"/>
            </a:srgbClr>
          </a:solidFill>
          <a:ln xmlns:a="http://schemas.openxmlformats.org/drawingml/2006/main" w="11430">
            <a:solidFill>
              <a:srgbClr val="9B5C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478C0B-C0CC-457E-A7E8-19561CEA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B5C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B5C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42EF2F-83DB-4E78-A9CC-39003279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Fiche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17FB12-3B40-4B0D-AC55-61706721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prix, date, lien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C277E5-7174-44FF-A7C8-9CC252C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231A44-219B-4F3A-BDA6-958D51B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79C0AD-E77A-44AF-A214-8AAD3A00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1145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BCEDFC-A8E8-41C4-B9F5-10183F6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21145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4118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21188B-9203-48C5-A9D3-4CA479C2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2114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87FB6F-A9E5-4481-A10E-93C2DD54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71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>
              <a:alpha val="14118"/>
            </a:srgbClr>
          </a:solidFill>
          <a:ln xmlns:a="http://schemas.openxmlformats.org/drawingml/2006/main" w="11430">
            <a:solidFill>
              <a:srgbClr val="28F0A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7E38EED-4077-4149-9253-F6C9E3D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F0A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8F0A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E86BBB6-9599-491D-A21B-D18F5AAB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Avis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56014F-9D97-4B8C-A4CD-D5545AE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note et commentaire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1DF8CE-7FA0-471B-A149-02BC931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847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2C7EB5-0E58-4BF4-B319-06EACB50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24450"/>
            <a:ext cx="847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0">
              <a:alpha val="84706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A6A31E-BF8B-4159-9E90-E7ACDCF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24450"/>
            <a:ext cx="847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7699F1-F07D-4E4D-A66E-7D7B56BA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788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Message de démo: commencer par le catalogue, ouvrir une fiche, puis montrer où les avis et le profil complètent le parcours.</a:t>
            </a:r>
          </a:p>
        </p:txBody>
      </p:sp>
    </p:spTree>
    <p:extLst>
      <p:ext uri="{BB962C8B-B14F-4D97-AF65-F5344CB8AC3E}">
        <p14:creationId xmlns:p14="http://schemas.microsoft.com/office/powerpoint/2010/main" val="17915211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6F4F1-DDA2-4126-93EB-1871952B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F3557-6919-436B-941E-8D6FE92A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E9BF3-7117-412D-8900-485EFF97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B0E9D-01B7-4ADB-ABD5-80796E5E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FD656-AD2B-4936-B331-432A80B8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5C80D-893E-46B6-B0B0-1C6564F8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942B5-3F57-4C76-ADA5-19D2BED8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3379A-F943-4D53-A2CA-351BE9B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5338F-51E0-49B1-A465-F3BFCD1F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AF512-2973-4CA7-9A28-75BF4C9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EF5C8-D748-4052-92A6-D4D8079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0D9DA-311B-487F-B422-186A1034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38752-5DE8-4237-B0A3-1F0BC7C7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7662D-D154-45D3-B6FC-59F57BA5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1FE98-5C23-4FDF-B6FB-E3CC9CCA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B4A7D-A8A8-4821-8B3E-FA4F806F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67CC9-D668-43A5-917B-BB5087E8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B97D8-873A-4019-B695-DD8CD202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E61F7-05BA-40BA-A0DD-06DF844A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12F30-1253-44EB-B26B-4004B7FD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AEEC5-DA8B-4C63-8A0D-9725F5EA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1F263-CC76-4089-9509-114000E5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11524-2D02-4AEF-AF5A-5FE56FF5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F5241-0446-4156-B722-7E181D48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389D5-8FD5-42D4-8596-E608DD53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2ADA3-4D2D-468F-B763-3A141A9E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21266-A165-4FCD-92F6-81A84F06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8DAD27-96BB-4D8E-ABEB-6482BC91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D9DF08-E20B-4EF3-B37E-C8CD0E42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2F83D4-81E8-4E21-8DFC-B7D7A751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1700E67B-F00B-4A45-BEB6-93E7D7F5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061A5EAE-952F-4046-80B2-3D105492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ÉQUIPE PROJET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234922-91C1-4DC2-A5F7-5BCDAA7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La répartition par domaines a permis de travailler en parallèle.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A7386-1A6B-49F4-8ACC-9CC84400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Chaque membre avait un bloc principal, avec des tâches communes pour les tests, corrections et présentation.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003573-0633-4660-BC45-065E04A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9A125D-043E-4B9F-98F9-B9211F4A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23D7A8-443C-46A8-AB18-AB7B00E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CFA463-8DBB-48CB-B99D-E545F4AB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9B4D82-E1D1-4D59-8A12-AD91B76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71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865C66-F4E9-4A19-A713-1F7F5ADC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971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772E55-3BD2-4E5F-B80E-7D926EC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97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647737-F54A-4242-8561-DE74561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Thierry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47BD4D-113A-492D-A064-5B950C2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Documentation + pages jeux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6DF406-A4C6-435D-BE1E-605F6A46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documentation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games.html et fiche détail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formulaires et recherche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CSS/PHP/JS associés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B0DFF1-7269-49EA-9B50-09D5D19C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B5DF5C-5C8A-4EA2-A70B-8E9E30D7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Contribution orale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E7677C-9524-45E3-8217-DD85E326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48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3 min 20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5A76AA-7551-4585-8072-A9057860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2971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808586-7EED-4214-B4FB-F45BBCC1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971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51C2CF-4958-4960-99E9-A3A733FC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97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C6460B-A427-48B3-B21F-2BC448D2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860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Dan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16715B-C42B-4CDB-8C5D-06124C4B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Trello + interface + hosting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8760BC-BFC2-4AD9-8A00-82AF9E7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Trello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logo et accueil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reviews.html et profile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hébergement et documentation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4EC089-7019-40FC-AB84-33EBE476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149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D7839E-1F5C-4BA5-B938-451762F9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244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Contribution orale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1F9D13-FC18-4995-889B-1BFBE38C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3 min 20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3BEBA1-B7C0-4283-B1EC-476BBBA0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971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ED1274-0897-4BF9-83FF-F329DA6C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971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4E47FF-7177-4959-8149-2405B442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97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9188DA-2E34-4254-A157-2A03314F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Jason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A2CF30-6210-457C-9988-F5078BFE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8F0A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28F0A0"/>
                </a:solidFill>
                <a:latin typeface="Aptos"/>
                <a:ea typeface="Aptos"/>
                <a:cs typeface="Aptos"/>
              </a:rPr>
              <a:t>Trello + Gantt + base de données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29924A-A7C0-4795-A022-8A51794E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Trello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diagramme de Gantt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MCD, MLD, SQL</a:t>
            </a:r>
          </a:p>
          <a:p xmlns:a="http://schemas.openxmlformats.org/drawingml/2006/main">
            <a:pPr algn="l">
              <a:defRPr sz="1125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méthode des 6 étapes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3EDD66-D4AB-4605-AA5B-FC3B308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80BE94-B648-4C41-A69A-7A2C04F3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244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Contribution orale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C15A98-06CD-4291-B460-AA8A3902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48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8F0A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8F0A0"/>
                </a:solidFill>
                <a:latin typeface="Aptos"/>
                <a:ea typeface="Aptos"/>
                <a:cs typeface="Aptos"/>
              </a:rPr>
              <a:t>3 min 20</a:t>
            </a:r>
          </a:p>
        </p:txBody>
      </p:sp>
    </p:spTree>
    <p:extLst>
      <p:ext uri="{BB962C8B-B14F-4D97-AF65-F5344CB8AC3E}">
        <p14:creationId xmlns:p14="http://schemas.microsoft.com/office/powerpoint/2010/main" val="18738189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33cdbb17947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2FEF9-08BA-46E2-B4DA-8E8EF81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>
              <a:alpha val="7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D9A0B53D-EA6F-4501-9745-E1C7DA8B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F9253584-8FE0-484D-BB30-D538B2DA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PLANNING INITIAL ET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2151A-22FA-44C7-AEFE-2EC2E669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Le planning final garde les jalons, mais corrige des estimations trop larges.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B9813-2F38-4A53-9C51-9E48EBF5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La comparaison sert à expliquer les adaptations sans perdre le cap du MVP.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5C182-4A48-48EF-9D44-2FE3ED85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19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1FA98-ACD3-4430-819A-F6887A9A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19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>
              <a:alpha val="78431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C0529-034C-49DE-A29C-DB3FE2A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7B38C-1CF7-489E-B601-A8DD2E2D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43225"/>
            <a:ext cx="897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6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9FC4E-A266-40D3-AAF6-257F5A05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A043B-D8E0-4384-B7AB-32A55EEB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17.03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82604-8FDB-4464-8DB7-28EFCB6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Départ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88F37-1680-4CF8-A407-F1FA4942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CC0C1-AF67-4AF9-BB11-7D9DA888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31.03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176E7-A5ED-4271-A407-97E959E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Échéance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00449-CEEC-46AF-AAA3-95DFB71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E50A4-EC96-4B04-9DF4-46063B6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05.05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EBF7A-2211-4AD1-B39A-A3BC1C8B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Échéance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0FACB-58C3-4810-8FE3-AFB32E83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D0CA5-96AC-4F3E-B711-4D53E6E8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12.05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FD9DB-E32A-4AF7-A76E-35A7FC5A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ajustée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25E30-2391-44D7-8FAF-C15126EC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4F4D5-9A81-4A8B-B1B7-9F14E8E9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26.05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6123F-FFD7-4B6B-8C17-8F86D7E1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Échéance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0D776-9EE9-46E7-9819-D2CEBB62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F2926-B242-43BB-904F-EA901F3F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479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09.06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882325-72A9-41B0-BD65-0C8CD58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Oral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C55CC-D702-4DE5-A131-12B9715E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02DD1F-CFB9-4989-A598-07337DD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8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56658-6B7B-4638-952F-BD35B127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66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89B699-8E99-406B-845F-10582644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5C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B5CFF"/>
                </a:solidFill>
                <a:latin typeface="Aptos"/>
                <a:ea typeface="Aptos"/>
                <a:cs typeface="Aptos"/>
              </a:rPr>
              <a:t>Comparaison charge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512768-79F8-4073-92CE-73135C1E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Lister les tâches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9E8AB0-3384-4969-B8A3-E638E149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86300"/>
            <a:ext cx="1571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60822C-C57E-4445-8057-433EA96B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76800"/>
            <a:ext cx="78581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DE9897-E204-488C-9306-D29F897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386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8A7C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8A7C1"/>
                </a:solidFill>
                <a:latin typeface="Aptos"/>
                <a:ea typeface="Aptos"/>
                <a:cs typeface="Aptos"/>
              </a:rPr>
              <a:t>6h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619BA8-06EF-4A0C-B0F6-3B5B2B9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291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3h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1FE188-51BF-42CE-841E-3B006EE9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48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Gantt prévisionnel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3AC432-DC2A-4592-AE3B-A699A28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863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97CE2E-4B0D-4F73-8C2F-97E2ED6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76850"/>
            <a:ext cx="39290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9724D3-0763-4448-BDD4-1252E54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387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8A7C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8A7C1"/>
                </a:solidFill>
                <a:latin typeface="Aptos"/>
                <a:ea typeface="Aptos"/>
                <a:cs typeface="Aptos"/>
              </a:rPr>
              <a:t>4h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C2E891-02EA-4AE5-BB07-CF59E0CE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292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1.5h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B76A7A-E195-4CF7-9FD9-0EBC2485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B3CA30-0888-43F1-AFD5-21F1D67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8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BEF39A-3837-48F0-A094-E7A1CFD0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3614FB-63DC-4175-8939-E3D8245A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Ce que cela montre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47D54B-B3FB-4D23-A039-907D5445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les tâches de gestion ont été mieux calibrées</a:t>
            </a:r>
          </a:p>
          <a:p xmlns:a="http://schemas.openxmlformats.org/drawingml/2006/main">
            <a:pPr algn="l">
              <a:defRPr sz="99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le développement a gardé ses gros blocs</a:t>
            </a:r>
          </a:p>
          <a:p xmlns:a="http://schemas.openxmlformats.org/drawingml/2006/main">
            <a:pPr algn="l">
              <a:defRPr sz="99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l'échéance 2 a été déplacée au 12.05</a:t>
            </a:r>
          </a:p>
          <a:p xmlns:a="http://schemas.openxmlformats.org/drawingml/2006/main">
            <a:pPr algn="l">
              <a:defRPr sz="99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la présentation reste fixée au 09.06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3314CD-8A5A-4FA8-BCB3-7B74A843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ABDFB6-CF93-4B0B-BA9F-1F81DE2D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272FC3-FFAC-4C5B-836B-1392ECEC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3BB2FD-702C-4376-B3F7-ECE0C9EB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90800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E5EFE-9604-4206-91D4-EFE29704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5C706-A8DC-48CB-B28F-274AB155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B33A1-0B7A-424F-91E6-472A1F0E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AF6B8-C289-4872-9635-75A71936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9C190-0691-4EB5-960E-B1D18AB9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66616-6859-45A4-ABD6-A2C1DBF0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E80EB-2B11-4FF4-B408-B1F99026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FFCE2-8318-4668-9ADA-64370F1B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40868-99B4-4CD2-A3A4-D8436BED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277B2-0B1C-4A45-AB84-708DC1E1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61337-C516-4BFE-A769-BFE9A8F6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D4DE2-06C6-4ECD-AFA2-6CDE3C76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95093-6F52-4840-B716-DBE722E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2F6BC-7ACA-4684-A5AB-5A235C14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F31FE-1F62-4589-83D4-2A603F2A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E58AA-0643-46DF-8AA0-00556977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AA9C4-531A-4BAB-BBBF-552098F8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0B884-F163-4B7C-B95C-E1DA11AE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30005-F809-4176-892B-699008C7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53A37-1A33-435D-8C73-ACCFE260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DEB98-E51D-45EA-A12C-D494CD3F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582BD-D61D-46E0-8ACE-81C12316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644CB-286C-4BB6-8E84-9BF09F80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1B4DC-DC1D-4D13-83A3-42E04047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0FB45-CE88-4600-974F-33466278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B2D83-ECB8-44B3-AF7F-F1BA8ADE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B69D82-EE94-4F06-8C4E-A0C47552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02C65-14F5-448E-AC5D-5B23597A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7EC64-B0F5-48F8-A9A2-E1106A89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1EF6F-03EF-4DB6-BD27-1CB7E5DA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4AB3F887-F3CC-4CEE-BD02-0F2ACC7E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FBBAE66F-9A37-4A7F-95A5-ADEF52A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OUTILS ET EXÉCUTION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7F9195-5752-4029-A0C2-19D8556C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Les outils séparent trois besoins: piloter, coder, lancer.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416E83-1E10-4344-A328-05A19EE0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Le projet combine gestion de tâches, versionnement, développement web et environnement Docker.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DED3E1-3DE4-4E2E-AEB2-13E1BE8E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740F20-1229-4A3C-992C-51BFEACB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6E56EC-23EE-4811-A4F6-781A4F9D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C4D779-93F4-4038-8FCC-AE8700DD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2B380F-83E4-4CBD-8EDB-7DF2BF22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C879C6-7D7C-42A2-A721-FA45A54C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4706"/>
            </a:srgbClr>
          </a:solidFill>
          <a:ln xmlns:a="http://schemas.openxmlformats.org/drawingml/2006/main" w="14288">
            <a:solidFill>
              <a:srgbClr val="FF6B2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D93D7B-055E-403B-AB4F-ECB6402B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Navigateur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HTML/CSS/JS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FDA4FB-A5BE-46D0-9740-92775CC8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71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F3951B-E47A-4343-8D22-66B4063C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75AC6D-B14C-46EA-80BB-5E7F0092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1460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4706"/>
            </a:srgbClr>
          </a:solidFill>
          <a:ln xmlns:a="http://schemas.openxmlformats.org/drawingml/2006/main" w="14288">
            <a:solidFill>
              <a:srgbClr val="00D9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9CD7B0-FA4D-4653-A156-F69BD739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Apache + PHP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pages et API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BE398A-E570-4F15-BE5E-0DAA3982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DBBCE3-0A58-4DAB-9113-8329703D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4DEF90-F177-462D-A02D-0F322FF7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4706"/>
            </a:srgbClr>
          </a:solidFill>
          <a:ln xmlns:a="http://schemas.openxmlformats.org/drawingml/2006/main" w="14288">
            <a:solidFill>
              <a:srgbClr val="28F0A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76FA64-1694-4BD2-A256-7FC89677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MySQL 8.0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base gamestore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1FCD9-C9DD-4E73-96AD-4E6514C5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A61CA7-972C-4B45-8BF2-7213F1FD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D6801D-ABA9-4E8A-BE2A-13145B8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4706"/>
            </a:srgbClr>
          </a:solidFill>
          <a:ln xmlns:a="http://schemas.openxmlformats.org/drawingml/2006/main" w="14288">
            <a:solidFill>
              <a:srgbClr val="9B5C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6E6EB8-8A11-4A1F-9E02-FB7ECCCD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67000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phpMyAdmin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contrôle BDD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941868-7C5C-4B2E-B69D-AA0B810A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981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E0153D-6502-48E3-B108-B19AAEE8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981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3333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2CA4E9-2D4D-430B-811C-F92057E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ACBA54-9DE5-47BD-8B99-3BCC4585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05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>
              <a:alpha val="13333"/>
            </a:srgbClr>
          </a:solidFill>
          <a:ln xmlns:a="http://schemas.openxmlformats.org/drawingml/2006/main" w="9525">
            <a:solidFill>
              <a:srgbClr val="FF6B2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B2AAFF-4E70-4E9D-8C00-43FB1215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719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Trello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5C87B5-775C-4394-B17D-8031A87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suivi des tâches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471BC6-84E1-472A-89E4-738E085E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05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>
              <a:alpha val="13333"/>
            </a:srgbClr>
          </a:solidFill>
          <a:ln xmlns:a="http://schemas.openxmlformats.org/drawingml/2006/main" w="9525">
            <a:solidFill>
              <a:srgbClr val="00D9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849217-8D7E-4A8F-873F-E219EE8E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719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Excel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8D3EBB-AC1A-4C84-ABAB-FC60A96C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05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Gantt initial/final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8C2E0F-C073-4F82-9CB4-B7073400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05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>
              <a:alpha val="13333"/>
            </a:srgbClr>
          </a:solidFill>
          <a:ln xmlns:a="http://schemas.openxmlformats.org/drawingml/2006/main" w="9525">
            <a:solidFill>
              <a:srgbClr val="9B5C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E12B6C-EFF4-4F8E-91FC-A2D3FCB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719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5C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B5CFF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BB3B41-D2E4-46E9-9449-F0E1F42D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05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versions et corrections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0FCC24-A51B-4ECB-B660-C23C4129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05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>
              <a:alpha val="13333"/>
            </a:srgbClr>
          </a:solidFill>
          <a:ln xmlns:a="http://schemas.openxmlformats.org/drawingml/2006/main" w="9525">
            <a:solidFill>
              <a:srgbClr val="28F0A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F4F46B-3905-4F8F-B72B-6A49757A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719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F0A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F0A0"/>
                </a:solidFill>
                <a:latin typeface="Aptos"/>
                <a:ea typeface="Aptos"/>
                <a:cs typeface="Aptos"/>
              </a:rPr>
              <a:t>VSCode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229C60-2796-43B5-A907-95C480F7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05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développement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30E776-7EDF-40ED-B867-F651ABDD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05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>
              <a:alpha val="13333"/>
            </a:srgbClr>
          </a:solidFill>
          <a:ln xmlns:a="http://schemas.openxmlformats.org/drawingml/2006/main" w="9525">
            <a:solidFill>
              <a:srgbClr val="FF6B2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B3A914-1FC1-44A1-8025-4E37ECFA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719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0884C1-6B15-42C8-8BD9-C8364B85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05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web + db + phpMyAdmin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09773D-E799-4D44-A357-EA91BAC3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Décision clé: garder une pile de choses maîtrisable pour pouvoir présenter une démo locale avec Docker.</a:t>
            </a:r>
          </a:p>
        </p:txBody>
      </p:sp>
    </p:spTree>
    <p:extLst>
      <p:ext uri="{BB962C8B-B14F-4D97-AF65-F5344CB8AC3E}">
        <p14:creationId xmlns:p14="http://schemas.microsoft.com/office/powerpoint/2010/main" val="5374873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8a6241c3a43b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B8C7E-A8DE-494B-A917-85425503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>
              <a:alpha val="5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C1CB503-B624-4D80-AA36-2A17F3A0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0A65D44-9EA6-4A1E-ABC2-134A6554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ARCHITECTURE DES DONNÉES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D60A9-FFF6-4EDA-A3FB-768AD920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Quatre tables suffisent pour relier compte, catalogue, achats et avis.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1C858-1196-4F66-B411-93DB3069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Le modèle suit le parcours utilisateur et garde les contraintes importantes côté 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0B657-7463-40E6-BDF4-06ADD4B0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171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99FC9-F11F-49D8-ACFE-DC50D3C7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4706"/>
            </a:srgbClr>
          </a:solidFill>
          <a:ln xmlns:a="http://schemas.openxmlformats.org/drawingml/2006/main" w="14288">
            <a:solidFill>
              <a:srgbClr val="00D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25ED4-0F35-4215-99BA-272D89D5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UTILISATEUR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id, username, email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auth_provider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536EE-8ABD-4D11-AA40-F28CD87C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2171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58C1F-27A4-4068-BA8E-4E8A2F5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4706"/>
            </a:srgbClr>
          </a:solidFill>
          <a:ln xmlns:a="http://schemas.openxmlformats.org/drawingml/2006/main" w="14288">
            <a:solidFill>
              <a:srgbClr val="FF6B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33F33-624F-4DAF-BFA7-22F16132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JEU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slug, titre, prix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date_sortie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EEDEB-A3EB-47D2-8308-43FDAD94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171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57120-BD52-49E6-9C5D-940AA8C6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4706"/>
            </a:srgbClr>
          </a:solidFill>
          <a:ln xmlns:a="http://schemas.openxmlformats.org/drawingml/2006/main" w="14288">
            <a:solidFill>
              <a:srgbClr val="28F0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1808A-D9AF-4C84-8CDB-EE21EEC6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ACHAT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prix_achat, statut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date_achat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1FC23-A974-4496-8BCE-BBB2C3B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171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AA1AF-00D1-4EE1-8C21-518192EF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4706"/>
            </a:srgbClr>
          </a:solidFill>
          <a:ln xmlns:a="http://schemas.openxmlformats.org/drawingml/2006/main" w="14288">
            <a:solidFill>
              <a:srgbClr val="9B5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80ECF-B476-4CF0-A81B-3FAE62AA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AVIS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note 1..5</a:t>
            </a:r>
          </a:p>
          <a:p xmlns:a="http://schemas.openxmlformats.org/drawingml/2006/main">
            <a:pPr algn="ctr">
              <a:defRPr sz="1013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commentaire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9A1CC-7EFD-40DE-A0E8-FF23C4D2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9925"/>
            <a:ext cx="154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195C6-C7F7-4183-9239-B6BAEC63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86075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6E4CC-691D-4D6C-8A9D-21B8B332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525"/>
            <a:ext cx="154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E810F-9C78-4E81-B14E-B84EBD91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14875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DB357-98A4-4A6B-AE4A-7F3B03DF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8F0A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F0A0"/>
                </a:solidFill>
                <a:latin typeface="Aptos"/>
                <a:ea typeface="Aptos"/>
                <a:cs typeface="Aptos"/>
              </a:rPr>
              <a:t>1-N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48DAA-4F11-451C-AFDB-E6D5F84E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19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8F0A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F0A0"/>
                </a:solidFill>
                <a:latin typeface="Aptos"/>
                <a:ea typeface="Aptos"/>
                <a:cs typeface="Aptos"/>
              </a:rPr>
              <a:t>1-N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606A9-C2FF-48CB-AD93-768BFA6E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72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5C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B5CFF"/>
                </a:solidFill>
                <a:latin typeface="Aptos"/>
                <a:ea typeface="Aptos"/>
                <a:cs typeface="Aptos"/>
              </a:rPr>
              <a:t>1-N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2408A-8F2C-4415-9F35-DAC543E5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72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5C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B5CFF"/>
                </a:solidFill>
                <a:latin typeface="Aptos"/>
                <a:ea typeface="Aptos"/>
                <a:cs typeface="Aptos"/>
              </a:rPr>
              <a:t>1-N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5BBEF-13C0-4C10-A28A-DF1DA675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276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3D809-9156-4CA3-AA7F-CB32177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38650"/>
            <a:ext cx="276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2157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5D265-4DC7-4799-BEA0-3D012131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3865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D70F12-CAD4-4EF6-A462-0C764A9E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67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Règles gardées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35A179-7ECF-4EB8-991B-27FC280F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911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avis unique par utilisateur/jeu</a:t>
            </a:r>
          </a:p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note entre 1 et 5</a:t>
            </a:r>
          </a:p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prix d'achat mémorisé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35520-5DB3-47D7-9575-0715B3A6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C9E236-7BF3-4516-8C8D-0406CDA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A700A5-0244-4DD8-AB3C-9949CC7B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755E3-C817-4EF5-87B7-CA284DBA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81051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7BCD8A-545D-45AB-8C23-1E2B13FB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8B818-6559-42E1-8EC2-60532402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1C471-AB2B-4A57-912A-6B2167BE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921AD-7B3F-412B-A677-31500176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94CB8-0160-47C7-A741-C14C6668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6A6E7-E141-41C8-A0D0-B32A6890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9CD39-28FB-4108-8551-03C53D8C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D12B9-147B-4BC7-B000-FDE01F1A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4098E-7DDE-4AE7-9291-E5547649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E3750-EBBB-4E24-9D7F-F0554A5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ED5FA-22C4-415E-9FAA-45553B3E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848FC-68A3-4478-890A-01AEBD4B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623F8-B91B-41CE-846B-141BB5BB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F5CBA-947F-462F-9EF8-1602B37C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E7E9C-5392-432D-8FB2-C700A1B7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B2D80-F094-4002-BD64-55B042FC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6F26C-0141-4350-8922-9FD2B5D2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77FBF-4546-442C-9F0D-BE80C424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400EF-FFFB-42F8-8BB5-95FB68A1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D56D9-FDEA-4765-815E-7A58E49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BA995-1B9B-48BC-BFB2-FA647DF1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FD483-5EA4-49C8-ADF6-7449E3B1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96AAB-2769-48BF-B1AA-B3FAFB9A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F4CBA-9D3F-49AE-8665-79724A54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B06F1-95BC-4A83-B108-017EC94A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58696-68C4-43F0-8EAB-6604DFC3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4392F-4B44-4610-87F1-81B8BDB1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12C43-163C-4ADB-96A4-ADCAC7AE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4D0490-97F9-4F8E-901B-8CD1B70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AAB47-162D-4C83-AED1-C53E6B9F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DE5A4EEB-6513-4E39-9247-6CA490E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B2D60E17-5F60-4081-96F0-2E9EE7FB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GESTION DE PROJET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708FE-4E24-4E47-9B83-E3EF481B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La méthode des 6 étapes a servi de boucle de pilotage.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A0F6FC-9EF3-40E5-9009-C6FF229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Elle a aidé l'équipe à passer d'une idée large à des tâches, choix techniques, contrôles et améliorations.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DDDA3C-2733-46C5-B6C7-162487E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E48D8B-78C8-4DA1-996D-0C166B96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B16A1C-28D9-4270-8233-AF058D39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9DCD62-B026-41D8-95B3-8D51588B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964C6-404F-4B92-9599-E861F384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1970B4-A348-4FEB-8931-3EAC7D87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2549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06663C-7496-4819-8CD5-82C9C08C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934E65-A668-4D37-A8B0-81B6C9C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77204B-B69A-4CF1-977C-CA50812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871BF3-FEE1-47C4-BCDC-664D174B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432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S'informer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46BF43-A469-40E3-8005-204D811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99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mandat, besoins, ressources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A9A4EA-3CE2-4EB1-B2C6-65CEB1C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5C6C28-DD25-4551-AE10-3EBB87BF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2549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E9A8F6-391F-44AA-8754-6DBAEFAF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DDF2CF-0A9A-4E93-AE96-E7A614C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46CD06-F560-4A9C-B31D-A311C796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9875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8F1172-BEF6-4F2A-AA48-5BA8E5D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Planifier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CB5BF6-A109-49F3-9B54-B36C58E7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Trello, Gantt, charges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E57CE4-CBC0-4C06-97CD-612B08BD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70D0F8-6B2A-4801-B076-43B1AAD3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2549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B829CD-CCCE-443A-9E78-C9412B86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743DE2-4853-4CC7-AE50-EC3203BC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62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7E1673-0EC9-404E-92F5-FB402B15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9875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ED1949-AA72-496A-9BBC-D1DB7DD4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Décider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DEF661-E892-45BB-883D-9E31469B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PHP/MySQL/Docker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A0A880-33DC-4B3B-B6FD-FAD76D0A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A4AD02-0558-4201-8A91-924AB938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2549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C843F6-F01B-47E5-ABA0-EFE85BC5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DF4D0A-F52F-48F5-A7E3-BA85EAF6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1970D4-5CC0-435F-97F5-F4602B23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00525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F946DB-F201-4163-A15A-97390EDF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338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Réaliser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317D3F-7491-4220-A77A-69D574D5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pages, API, SQL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19B122-DFA4-4B7F-908A-CF33CC21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A3BE46-38AD-436D-86FB-0B4FE796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2549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5C17EC5-C3C1-49FB-979D-6BE4A90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EB07C2-3354-47C0-B1A9-B6CF7FB9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52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4AFDB3-BAD7-4C47-A065-8F688C36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00525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9CBF79-40C2-4E81-B5E4-3A616813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338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Contrôler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734A92-D750-42AB-A113-19B67125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005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liens, responsive, auth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D2CF99-031B-455B-AB6F-7ACEB8B4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195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BEE7E1-7B4B-4D59-A884-021B836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2549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607764-1E23-4D52-BFC7-9DD03E7D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22CBDE-872A-4B39-B5B9-4B4CF807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0B18B3C-2E56-4F10-A1E0-B93F07DD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00525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9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91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0428096-992D-45E9-97F9-1F1EFD54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338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Évaluer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049433-4C56-4892-842C-96E4C485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retards, tests, suite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E7B815-CE18-4229-A39D-44A471DE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4322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17593AB-21F5-4C46-8672-49540567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4322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F4F748B-8865-4D6D-9329-8E7FD740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28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672A22-1692-4FF5-A12D-E2700A0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3528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1F97F4-EC83-4354-A547-9936105B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528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6F11A1-9A4B-4984-BDE7-FBC7E7CB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939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BB5D696-0D10-41FD-A7FC-F1AA253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53050"/>
            <a:ext cx="939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8627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FE34B42-4631-499D-9225-8E35D24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53050"/>
            <a:ext cx="939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52670A-CF27-489D-A04D-A00FC881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054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Point à dire: la gestion de projet n'a pas supprimé les imprévus, mais elle les a rendus visibles assez tôt pour ajuster le périmètre.</a:t>
            </a:r>
          </a:p>
        </p:txBody>
      </p:sp>
    </p:spTree>
    <p:extLst>
      <p:ext uri="{BB962C8B-B14F-4D97-AF65-F5344CB8AC3E}">
        <p14:creationId xmlns:p14="http://schemas.microsoft.com/office/powerpoint/2010/main" val="2715796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C22FC-0240-4BAB-82B7-0DCE2E50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00164-B06F-4F57-8702-554387B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D8077-3822-4A87-8F44-8AB7427B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6EC0E-2BC6-4670-9B2C-56FF415A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ACDC0-4351-46B7-A14A-6781C1A5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CDC5F-B1F2-449B-949E-16EEF09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D0E5E-6B08-4E8B-BAD8-E6B12714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B40F7-FD9A-4BE8-A4F8-AE4C4E42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20F09-954E-479A-8460-298F85A3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9C7DC-A1C1-442F-8F55-DE865DE4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D76D7-ABF8-47E3-A04F-88B8E75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78604-DA2B-4483-94F2-F1D4842B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C5A75-20B6-472A-8D5A-BEFCCF5F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932EB-5E3E-4DFD-9085-B542BE74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B9181-9335-4AFA-8835-335C7F7A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6D974-53F8-40D6-BD02-A808AA3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B69A1-7B79-42D9-9F05-FE679277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2E073-503E-4160-934A-51F42BF6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F90F9-ED46-49B7-A558-D19258C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9C059-E18D-4FA2-9441-19CBFB8F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35B81-5056-4108-9137-4B498C03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08E91-73AB-40E0-A515-775FC7B6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EE9EE-26FA-4527-A83F-E5B9F3B3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16580-69D6-4D34-9FBE-85C8E1AA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6CDFB-0549-4E1F-8EBD-AF240227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94B2B-49B6-43D1-834E-E7DF7D29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0BC42-FADD-42A8-B719-2A19D217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09B9DB-2E4E-4044-8D46-6767147A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0819AF-9546-4564-8123-EBF59473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FEBA62-208A-4A1B-AC21-59304E04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52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AF2E979E-970D-4CA8-B40B-3554C90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4357F282-6F50-4695-9975-12376B17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RÉALISATION ET ALÉAS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BE81A1-E4E5-4E61-8131-78C76854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Les difficultés ont surtout touché l'authentification, la base et le temps.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52F323-8C75-46CD-B42B-11C0C668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Le projet a gardé ses fonctionnalités importantes en priorisant corrections et MVP.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EEC1E-C385-40E4-BE0D-C63629AF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80978F-55ED-40EC-AFF7-88212136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93E34-9396-474B-8824-06203E37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753317-B950-40AE-BA15-3AD3C1A0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263015-A664-40AC-B0DB-7D6A0A29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3632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8F1C5B-79D4-4FB4-AD4B-1CA0E451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3632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7BEBF-86F6-4DB9-B0BF-A186A358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36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B74E06-D18B-4336-AC61-2F1B5AF1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D"/>
                </a:solidFill>
                <a:latin typeface="Aptos"/>
                <a:ea typeface="Aptos"/>
                <a:cs typeface="Aptos"/>
              </a:rPr>
              <a:t>Membre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4DF58A-20A4-4CCC-A0FB-F00E1044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D"/>
                </a:solidFill>
                <a:latin typeface="Aptos"/>
                <a:ea typeface="Aptos"/>
                <a:cs typeface="Aptos"/>
              </a:rPr>
              <a:t>Problème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2DAD63-252B-4F8E-84BB-8FBEB8E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D"/>
                </a:solidFill>
                <a:latin typeface="Aptos"/>
                <a:ea typeface="Aptos"/>
                <a:cs typeface="Aptos"/>
              </a:rPr>
              <a:t>Réponse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1B8127-3286-4F3C-B1DF-8514C11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47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D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C353C7-F300-40AD-9CE1-419EA4EF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988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>
              <a:alpha val="81569"/>
            </a:srgbClr>
          </a:solidFill>
          <a:ln xmlns:a="http://schemas.openxmlformats.org/drawingml/2006/main" w="9525">
            <a:solidFill>
              <a:srgbClr val="263F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873B44-C8D4-47D8-BA30-F2832938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Thierry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330FFA-6D4A-44C5-A11E-65EAC837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images manquantes, recherche, secrets Google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FE7CB7-7D50-4144-919A-17BA4478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8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7DBB96-2627-4E7C-86E4-E208DB1D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correction des assets et nettoyage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7D7285-1C9A-4C0B-92A7-0B5D36A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480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1F1A05-99EF-48E7-A6FD-0804CDDC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94A3BD"/>
                </a:solidFill>
                <a:latin typeface="Aptos"/>
                <a:ea typeface="Aptos"/>
                <a:cs typeface="Aptos"/>
              </a:rPr>
              <a:t>site plus stable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6138D7-28AD-4DAC-8B79-540DC89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988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>
              <a:alpha val="78431"/>
            </a:srgbClr>
          </a:solidFill>
          <a:ln xmlns:a="http://schemas.openxmlformats.org/drawingml/2006/main" w="9525">
            <a:solidFill>
              <a:srgbClr val="263F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EA2047-4A0E-478F-9E90-A7BD2FF8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Dan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9AF6E2-1E0C-424E-B6C8-064C590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909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profil/avis dépendants de la base, hosting gratuit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D820D9-CDB6-4188-8109-B3812861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33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FB889D-E77A-4B8C-9965-B9CFD7E6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priorisation des pages et tests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4B3F06-95DB-4F1D-8470-94AE578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33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6627B9-721C-4039-A88B-563A337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100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94A3BD"/>
                </a:solidFill>
                <a:latin typeface="Aptos"/>
                <a:ea typeface="Aptos"/>
                <a:cs typeface="Aptos"/>
              </a:rPr>
              <a:t>retards ciblés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F75512-7450-4526-BBF2-C170F3FA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988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>
              <a:alpha val="81569"/>
            </a:srgbClr>
          </a:solidFill>
          <a:ln xmlns:a="http://schemas.openxmlformats.org/drawingml/2006/main" w="9525">
            <a:solidFill>
              <a:srgbClr val="263F6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FAEAD4-206A-4D0C-A780-B8E8F9D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F0A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F0A0"/>
                </a:solidFill>
                <a:latin typeface="Aptos"/>
                <a:ea typeface="Aptos"/>
                <a:cs typeface="Aptos"/>
              </a:rPr>
              <a:t>Jason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1CD707-0167-45DE-943D-5F6E9D94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767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SQL et tâches globales sous-estimés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64DD1E-B574-473B-82AA-AA6E9454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96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D86A87-818C-4CF4-8BC6-40A27C3C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Gantt ajusté et BDD finalisée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9859BE-7157-4F9E-B8D7-4CAB105C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196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A6B447-C641-4FA9-AEA6-89F59D4D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958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94A3BD"/>
                </a:solidFill>
                <a:latin typeface="Aptos"/>
                <a:ea typeface="Aptos"/>
                <a:cs typeface="Aptos"/>
              </a:rPr>
              <a:t>planning réaliste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B666E2-1BB8-40B0-BDBE-0F6BD78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923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Ressenti commun: le sujet était motivant, mais il aurait fallu réserver plus tôt du temps pour les tests d'authentification, d'e-mail et de base de données.</a:t>
            </a:r>
          </a:p>
        </p:txBody>
      </p:sp>
    </p:spTree>
    <p:extLst>
      <p:ext uri="{BB962C8B-B14F-4D97-AF65-F5344CB8AC3E}">
        <p14:creationId xmlns:p14="http://schemas.microsoft.com/office/powerpoint/2010/main" val="20207934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570c6ca8d4b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E1BD3-03B5-4FE2-B0DD-51892F25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3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7EAB080E-39E0-49C2-8572-F04BB12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3949558-DE2F-4DC8-9675-B5528C9A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SYNTHÈSE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1A347-A74C-46AD-8E50-18016EF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GameStore couvre le mandat: produit, organisation, technique et retour d'expérience.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05CE6-72FC-4A16-A65A-D48CF18F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94A3B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94A3BD"/>
                </a:solidFill>
                <a:latin typeface="Aptos"/>
                <a:ea typeface="Aptos"/>
                <a:cs typeface="Aptos"/>
              </a:rPr>
              <a:t>La présentation peut se terminer par une courte démonstration ou par les améliorations possibles.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D5E12-904F-496E-80DB-388CBDB2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F58A6-6390-4C7D-B7BD-1B03C07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9804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00BC2-8007-4E82-ADEC-1A9FD1C5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8AAEE-C24A-4E5E-94F8-A6D5F638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F0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F0A0"/>
                </a:solidFill>
                <a:latin typeface="Aptos"/>
                <a:ea typeface="Aptos"/>
                <a:cs typeface="Aptos"/>
              </a:rPr>
              <a:t>Réalisé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FEC17-D5C7-4EB8-AB71-DDAC740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catalogue et fiches jeux</a:t>
            </a:r>
          </a:p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compte, profil et avis</a:t>
            </a:r>
          </a:p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base MySQL avec contraintes</a:t>
            </a:r>
          </a:p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Docker Compose et README</a:t>
            </a:r>
          </a:p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documentation et Gantt final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69420-2F57-40C8-9220-844C24A5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177BF-5803-49AB-B764-79AC61C6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89804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15702-CCD9-474A-B8E4-CAB6EA83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4323F-16CD-4543-9327-4982E8E9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Améliorations possibles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A829B-7003-4C47-8E9C-2FBCF6E7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tests plus tôt dans le planning</a:t>
            </a:r>
          </a:p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avis et profil plus complets</a:t>
            </a:r>
          </a:p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authentifications supplémentaires</a:t>
            </a:r>
          </a:p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vrai flux de paiement/téléchargement</a:t>
            </a:r>
          </a:p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- plus de jeux ou jeux développés maison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1B82D-EEBE-45FA-B9AF-2AA892E5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197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FBAB2-9ACB-4153-A303-2F2F7F0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>
              <a:alpha val="90980"/>
            </a:srgbClr>
          </a:solidFill>
          <a:ln xmlns:a="http://schemas.openxmlformats.org/drawingml/2006/main" w="11430">
            <a:solidFill>
              <a:srgbClr val="223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D2785-F4CA-4300-B630-2331E8B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16907-02FC-4EAC-A214-D6DB8326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0D9FF"/>
                </a:solidFill>
                <a:latin typeface="Aptos"/>
                <a:ea typeface="Aptos"/>
                <a:cs typeface="Aptos"/>
              </a:rPr>
              <a:t>Répartition orale recommandée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DF92C-6641-432D-83E0-B8300B57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149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Thierry 3:20 - projet, objectifs, démo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6D8C3-A892-4730-9CA9-6728AF07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Dan 3:20 - équipe, planning, outils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61AC5-2699-420E-A2D8-FE024291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14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6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6FF"/>
                </a:solidFill>
                <a:latin typeface="Aptos"/>
                <a:ea typeface="Aptos"/>
                <a:cs typeface="Aptos"/>
              </a:rPr>
              <a:t>Jason 3:20 - BDD, méthode, aléas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234BE-6CCE-418E-BA44-E1AE820D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C88">
              <a:alpha val="5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93C1F-DE48-4800-8BA0-10CDA746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GameStore - Dan Zorev, Jason Haran, Thierry Tavares da Costa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2D7F07-390C-4982-AF57-5CA9E6B6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90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890B7"/>
                </a:solidFill>
                <a:latin typeface="Aptos"/>
                <a:ea typeface="Aptos"/>
                <a:cs typeface="Aptos"/>
              </a:rPr>
              <a:t>Présentation M431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9592CA-1E6D-4E8A-B48B-D779F33E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436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6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7791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2026-06-02T07:35:42.9780000Z</dcterms:created>
  <dcterms:modified xsi:type="dcterms:W3CDTF">2026-06-02T07:35:42.9780000Z</dcterms:modified>
</coreProperties>
</file>